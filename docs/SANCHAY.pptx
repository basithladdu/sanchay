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Segoe UI"/>
              </a:rPr>
              <a:t>C-DAC / MEITY AI ENABLED OS HACKATHON 2026  •  TRACK 1 (APPLICATION LEVEL)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F8FAFC"/>
                </a:solidFill>
                <a:latin typeface="Segoe UI"/>
              </a:rPr>
              <a:t>SANCHAY</a:t>
            </a:r>
          </a:p>
          <a:p>
            <a:r>
              <a:rPr sz="2200" b="1">
                <a:solidFill>
                  <a:srgbClr val="34D399"/>
                </a:solidFill>
                <a:latin typeface="Segoe UI"/>
              </a:rPr>
              <a:t>Regret-Aware Storage Optimization with Structural Zero-Deletion Guarantee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94A3B8"/>
                </a:solidFill>
                <a:latin typeface="Segoe UI"/>
              </a:rPr>
              <a:t>Safe automatic disk cleanup that ranks files by recoverability, not just raw byte size.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10360152" cy="109728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6636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Problem Statement 2: AI-Powered Intelligent Storage Optimizer for Linux OS  |  Inbuilt Regret Objective Model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Team: Shaik Abdul Basith, Shaik Awaiz, Shaik Abdul Muqeeth  •  GitHub: github.com/basithladdu/sanchay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Every Disk Cleaner Today Asks the Wrong Question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Sorting by size alone treats regenerable caches and irreplaceable work as identical.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0233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718303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F87171"/>
                </a:solidFill>
                <a:latin typeface="Segoe UI"/>
              </a:rPr>
              <a:t>[THE 2 GB DILEMMA] </a:t>
            </a:r>
            <a:r>
              <a:rPr sz="1600" b="1">
                <a:solidFill>
                  <a:srgbClr val="F8FAFC"/>
                </a:solidFill>
                <a:latin typeface="Segoe UI"/>
              </a:rPr>
              <a:t>Traditional Cleanup Tools (ncdu, Baobab)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94A3B8"/>
                </a:solidFill>
                <a:latin typeface="Segoe UI"/>
              </a:rPr>
              <a:t>The Scenario: </a:t>
            </a:r>
            <a:r>
              <a:rPr sz="1250">
                <a:solidFill>
                  <a:srgbClr val="F8FAFC"/>
                </a:solidFill>
                <a:latin typeface="Segoe UI"/>
              </a:rPr>
              <a:t>You have a 2 GB node_modules / build cache and a 2 GB folder holding your only copy of a capstone thesis.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Traditional Ranking: </a:t>
            </a:r>
            <a:r>
              <a:rPr sz="1250">
                <a:solidFill>
                  <a:srgbClr val="F8FAFC"/>
                </a:solidFill>
                <a:latin typeface="Segoe UI"/>
              </a:rPr>
              <a:t>Baobab, QDirStat, ncdu, rmlint rank both identically — '2 GB to delete'.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The Asymmetry: </a:t>
            </a:r>
            <a:r>
              <a:rPr sz="1250">
                <a:solidFill>
                  <a:srgbClr val="F8FAFC"/>
                </a:solidFill>
                <a:latin typeface="Segoe UI"/>
              </a:rPr>
              <a:t>One rebuilds in 30 seconds via npm install / cargo build. The other is lost forever.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User Friction: </a:t>
            </a:r>
            <a:r>
              <a:rPr sz="1250">
                <a:solidFill>
                  <a:srgbClr val="F8FAFC"/>
                </a:solidFill>
                <a:latin typeface="Segoe UI"/>
              </a:rPr>
              <a:t>Users avoid automated cleanup tools because they cannot trust what will be deleted.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0233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19072"/>
            <a:ext cx="4718303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[SANCHAY'S SHIFT] </a:t>
            </a:r>
            <a:r>
              <a:rPr sz="1600" b="1">
                <a:solidFill>
                  <a:srgbClr val="F8FAFC"/>
                </a:solidFill>
                <a:latin typeface="Segoe UI"/>
              </a:rPr>
              <a:t>The Regret Modeling Paradigm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The Core Question: </a:t>
            </a:r>
            <a:r>
              <a:rPr sz="1250">
                <a:solidFill>
                  <a:srgbClr val="F8FAFC"/>
                </a:solidFill>
                <a:latin typeface="Segoe UI"/>
              </a:rPr>
              <a:t>'If the system is wrong about deleting this file, what does it cost to get back?'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Reproducibility Metric: </a:t>
            </a:r>
            <a:r>
              <a:rPr sz="1250">
                <a:solidFill>
                  <a:srgbClr val="F8FAFC"/>
                </a:solidFill>
                <a:latin typeface="Segoe UI"/>
              </a:rPr>
              <a:t>Files are scored by their reconstruction cost, not raw disk footprint.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Hard Guarantee: </a:t>
            </a:r>
            <a:r>
              <a:rPr sz="1250">
                <a:solidFill>
                  <a:srgbClr val="F8FAFC"/>
                </a:solidFill>
                <a:latin typeface="Segoe UI"/>
              </a:rPr>
              <a:t>Irreplaceable unique files are permanently excluded before any ranking occurs.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Practical Utility: </a:t>
            </a:r>
            <a:r>
              <a:rPr sz="1250">
                <a:solidFill>
                  <a:srgbClr val="F8FAFC"/>
                </a:solidFill>
                <a:latin typeface="Segoe UI"/>
              </a:rPr>
              <a:t>A cleanup tool users can trust without manual inspection of thousands of log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15000"/>
            <a:ext cx="10607040" cy="68580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Segoe UI"/>
              </a:rPr>
              <a:t>💡 SANCHAY Principle: Priority = Size × Staleness × (1 - Regret). Unique files have Regret = 1.0 (Zero Priority).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TAXONOMY &amp;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4-Tier Recoverability Model &amp; Single-Scan Runway Forecasting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Predicts disk exhaustion dates from inode metadata distribution without running weeks of daemons.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718303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[4-TIER TAXONOMY] </a:t>
            </a:r>
            <a:r>
              <a:rPr sz="1600" b="1">
                <a:solidFill>
                  <a:srgbClr val="F8FAFC"/>
                </a:solidFill>
                <a:latin typeface="Segoe UI"/>
              </a:rPr>
              <a:t>Regret Objective Weights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1. Disposable (Regret 0.02): </a:t>
            </a:r>
            <a:r>
              <a:rPr sz="1250">
                <a:solidFill>
                  <a:srgbClr val="F8FAFC"/>
                </a:solidFill>
                <a:latin typeface="Segoe UI"/>
              </a:rPr>
              <a:t>Build &amp; package caches (node_modules, target/, .venv, .gradle). Rebuilt on demand.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2. Duplicate (Regret 0.10): </a:t>
            </a:r>
            <a:r>
              <a:rPr sz="1250">
                <a:solidFill>
                  <a:srgbClr val="F8FAFC"/>
                </a:solidFill>
                <a:latin typeface="Segoe UI"/>
              </a:rPr>
              <a:t>Identical hash exists elsewhere on disk and survives the deletion.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3. Tracked Git (Regret 0.20): </a:t>
            </a:r>
            <a:r>
              <a:rPr sz="1250">
                <a:solidFill>
                  <a:srgbClr val="F8FAFC"/>
                </a:solidFill>
                <a:latin typeface="Segoe UI"/>
              </a:rPr>
              <a:t>Committed inside git repository and restorable via checkout.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4. Unique (Regret 1.00): </a:t>
            </a:r>
            <a:r>
              <a:rPr sz="1250">
                <a:solidFill>
                  <a:srgbClr val="F8FAFC"/>
                </a:solidFill>
                <a:latin typeface="Segoe UI"/>
              </a:rPr>
              <a:t>Uncached, untracked, single-copy files. PERMANENTLY EXCLUDED.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94A3B8"/>
                </a:solidFill>
                <a:latin typeface="Segoe UI"/>
              </a:rPr>
              <a:t>Git Index Verification: </a:t>
            </a:r>
            <a:r>
              <a:rPr sz="1250">
                <a:solidFill>
                  <a:srgbClr val="F8FAFC"/>
                </a:solidFill>
                <a:latin typeface="Segoe UI"/>
              </a:rPr>
              <a:t>Queries git index directly so untracked files are never misclassified.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84632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19072"/>
            <a:ext cx="4718303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[RUNWAY FORECASTING] </a:t>
            </a:r>
            <a:r>
              <a:rPr sz="1600" b="1">
                <a:solidFill>
                  <a:srgbClr val="F8FAFC"/>
                </a:solidFill>
                <a:latin typeface="Segoe UI"/>
              </a:rPr>
              <a:t>Single-Scan Timestamp Distribution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94A3B8"/>
                </a:solidFill>
                <a:latin typeface="Segoe UI"/>
              </a:rPr>
              <a:t>The Problem: </a:t>
            </a:r>
            <a:r>
              <a:rPr sz="1250">
                <a:solidFill>
                  <a:srgbClr val="F8FAFC"/>
                </a:solidFill>
                <a:latin typeface="Segoe UI"/>
              </a:rPr>
              <a:t>Standard tools require running an active monitoring daemon for weeks to measure growth.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SANCHAY's Insight: </a:t>
            </a:r>
            <a:r>
              <a:rPr sz="1250">
                <a:solidFill>
                  <a:srgbClr val="F8FAFC"/>
                </a:solidFill>
                <a:latin typeface="Segoe UI"/>
              </a:rPr>
              <a:t>Every filesystem inode already records file modification timestamps (mtime).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Instant Rate: </a:t>
            </a:r>
            <a:r>
              <a:rPr sz="1250">
                <a:solidFill>
                  <a:srgbClr val="F8FAFC"/>
                </a:solidFill>
                <a:latin typeface="Segoe UI"/>
              </a:rPr>
              <a:t>The mtime distribution across a single scan provides bytes-added-per-day immediately.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Exhaustion Date: </a:t>
            </a:r>
            <a:r>
              <a:rPr sz="1250">
                <a:solidFill>
                  <a:srgbClr val="F8FAFC"/>
                </a:solidFill>
                <a:latin typeface="Segoe UI"/>
              </a:rPr>
              <a:t>Compared against filesystem free space, yields an instant disk full date on run #1.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Linux Relatime Aware: </a:t>
            </a:r>
            <a:r>
              <a:rPr sz="1250">
                <a:solidFill>
                  <a:srgbClr val="F8FAFC"/>
                </a:solidFill>
                <a:latin typeface="Segoe UI"/>
              </a:rPr>
              <a:t>Accounts for relatime and noatime mount options using max(atime, mtime).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Safety by Construction: Eliminating Hallucination Risk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Placing the AI model completely outside the mutation and deletion decision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718303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F87171"/>
                </a:solidFill>
                <a:latin typeface="Segoe UI"/>
              </a:rPr>
              <a:t>[TRADITIONAL PROMPT-ONLY AI] </a:t>
            </a:r>
            <a:r>
              <a:rPr sz="1600" b="1">
                <a:solidFill>
                  <a:srgbClr val="F8FAFC"/>
                </a:solidFill>
                <a:latin typeface="Segoe UI"/>
              </a:rPr>
              <a:t>High Risk of Catastrophic Data Loss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Approach: </a:t>
            </a:r>
            <a:r>
              <a:rPr sz="1250">
                <a:solidFill>
                  <a:srgbClr val="F8FAFC"/>
                </a:solidFill>
                <a:latin typeface="Segoe UI"/>
              </a:rPr>
              <a:t>Prompt an LLM with directory trees and ask it 'please select safe files to delete'.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The Hazard: </a:t>
            </a:r>
            <a:r>
              <a:rPr sz="1250">
                <a:solidFill>
                  <a:srgbClr val="F8FAFC"/>
                </a:solidFill>
                <a:latin typeface="Segoe UI"/>
              </a:rPr>
              <a:t>LLM hallucinations, prompt injection, or parsing errors can misjudge critical files.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7171"/>
                </a:solidFill>
                <a:latin typeface="Segoe UI"/>
              </a:rPr>
              <a:t>Failure Mode: </a:t>
            </a:r>
            <a:r>
              <a:rPr sz="1250">
                <a:solidFill>
                  <a:srgbClr val="F8FAFC"/>
                </a:solidFill>
                <a:latin typeface="Segoe UI"/>
              </a:rPr>
              <a:t>Irreversible deletion of unique user documents or code.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94A3B8"/>
                </a:solidFill>
                <a:latin typeface="Segoe UI"/>
              </a:rPr>
              <a:t>Core Weakness: </a:t>
            </a:r>
            <a:r>
              <a:rPr sz="1250">
                <a:solidFill>
                  <a:srgbClr val="F8FAFC"/>
                </a:solidFill>
                <a:latin typeface="Segoe UI"/>
              </a:rPr>
              <a:t>'Prompting the model to be careful' is a weak safety guarantee.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84632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19072"/>
            <a:ext cx="4718303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[SANCHAY ISOLATED ARCHITECTURE] </a:t>
            </a:r>
            <a:r>
              <a:rPr sz="1600" b="1">
                <a:solidFill>
                  <a:srgbClr val="F8FAFC"/>
                </a:solidFill>
                <a:latin typeface="Segoe UI"/>
              </a:rPr>
              <a:t>Structural Mathematical Guarantee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Pre-Classification: </a:t>
            </a:r>
            <a:r>
              <a:rPr sz="1250">
                <a:solidFill>
                  <a:srgbClr val="F8FAFC"/>
                </a:solidFill>
                <a:latin typeface="Segoe UI"/>
              </a:rPr>
              <a:t>Deterministic algorithm filters out unique files before any ranking happens.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Restricted Context: </a:t>
            </a:r>
            <a:r>
              <a:rPr sz="1250">
                <a:solidFill>
                  <a:srgbClr val="F8FAFC"/>
                </a:solidFill>
                <a:latin typeface="Segoe UI"/>
              </a:rPr>
              <a:t>The LLM receives only files already verified as 100% regenerable.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Zero Mutation Power: </a:t>
            </a:r>
            <a:r>
              <a:rPr sz="1250">
                <a:solidFill>
                  <a:srgbClr val="F8FAFC"/>
                </a:solidFill>
                <a:latin typeface="Segoe UI"/>
              </a:rPr>
              <a:t>The LLM cannot add files, delete files, or reorder the priority queue.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Worst-Case Bound: </a:t>
            </a:r>
            <a:r>
              <a:rPr sz="1250">
                <a:solidFill>
                  <a:srgbClr val="F8FAFC"/>
                </a:solidFill>
                <a:latin typeface="Segoe UI"/>
              </a:rPr>
              <a:t>An awkward descriptive summary — NEVER a lost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Fast Traversal &amp; Multi-Stage Processing Pipeline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Metadata Scan -&gt; Tiered Hasher -&gt; Regret Classifier -&gt; Runway Forecaster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9377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_arch_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32720" cy="5175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Live Operator Terminal UI &amp; HTML Treemap Portal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Built with Textual — live category filters, color-coded recoverability rows, and interactive Plotly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9377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_tui_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00200"/>
            <a:ext cx="9601200" cy="6005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ENGINEERING &amp; SOVEREIGNTY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Segoe UI"/>
              </a:rPr>
              <a:t>Open Source Stack, DPDP Act 2023 &amp; Indigenous Utility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Zero-dependency core, tiered Blake2b hashing, and DPDP Act 2023 compliant storage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718303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8BDF8"/>
                </a:solidFill>
                <a:latin typeface="Segoe UI"/>
              </a:rPr>
              <a:t>[OPEN SOURCE TECH STACK] </a:t>
            </a:r>
            <a:r>
              <a:rPr sz="1600" b="1">
                <a:solidFill>
                  <a:srgbClr val="F8FAFC"/>
                </a:solidFill>
                <a:latin typeface="Segoe UI"/>
              </a:rPr>
              <a:t>Zero-Dependency Core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Language &amp; Core: </a:t>
            </a:r>
            <a:r>
              <a:rPr sz="1250">
                <a:solidFill>
                  <a:srgbClr val="F8FAFC"/>
                </a:solidFill>
                <a:latin typeface="Segoe UI"/>
              </a:rPr>
              <a:t>Python 3.9+ standard library (os, hashlib, time, dataclasses). Zero external dependencies required for core scanner.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Tiered Hashing: </a:t>
            </a:r>
            <a:r>
              <a:rPr sz="1250">
                <a:solidFill>
                  <a:srgbClr val="F8FAFC"/>
                </a:solidFill>
                <a:latin typeface="Segoe UI"/>
              </a:rPr>
              <a:t>Size collision check -&gt; 64 KB header hash -&gt; Full Blake2b only when needed.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Operator Interface: </a:t>
            </a:r>
            <a:r>
              <a:rPr sz="1250">
                <a:solidFill>
                  <a:srgbClr val="F8FAFC"/>
                </a:solidFill>
                <a:latin typeface="Segoe UI"/>
              </a:rPr>
              <a:t>Textual (MIT) TUI with interactive category hotkeys [d],[u],[t],[a].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94A3B8"/>
                </a:solidFill>
                <a:latin typeface="Segoe UI"/>
              </a:rPr>
              <a:t>HTML Dashboard: </a:t>
            </a:r>
            <a:r>
              <a:rPr sz="1250">
                <a:solidFill>
                  <a:srgbClr val="F8FAFC"/>
                </a:solidFill>
                <a:latin typeface="Segoe UI"/>
              </a:rPr>
              <a:t>Plotly &amp; Pandas interactive recoverability treemap (sanchay-report.html).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Automated Tests: </a:t>
            </a:r>
            <a:r>
              <a:rPr sz="1250">
                <a:solidFill>
                  <a:srgbClr val="F8FAFC"/>
                </a:solidFill>
                <a:latin typeface="Segoe UI"/>
              </a:rPr>
              <a:t>100% test coverage with GitHub Actions CI workflow.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Licensing: </a:t>
            </a:r>
            <a:r>
              <a:rPr sz="1250">
                <a:solidFill>
                  <a:srgbClr val="F8FAFC"/>
                </a:solidFill>
                <a:latin typeface="Segoe UI"/>
              </a:rPr>
              <a:t>100% Open Source under the MIT License.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120640" cy="484632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19072"/>
            <a:ext cx="4718303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[COMPLIANCE &amp; IMPACT] </a:t>
            </a:r>
            <a:r>
              <a:rPr sz="1600" b="1">
                <a:solidFill>
                  <a:srgbClr val="F8FAFC"/>
                </a:solidFill>
                <a:latin typeface="Segoe UI"/>
              </a:rPr>
              <a:t>DPDP Act 2023 &amp; Sovereign Utility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DPDP Act 2023 Compliance: </a:t>
            </a:r>
            <a:r>
              <a:rPr sz="1250">
                <a:solidFill>
                  <a:srgbClr val="F8FAFC"/>
                </a:solidFill>
                <a:latin typeface="Segoe UI"/>
              </a:rPr>
              <a:t>Zero file contents read or transmitted off-device. Operates strictly on local metadata, preserving complete privacy.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8BDF8"/>
                </a:solidFill>
                <a:latin typeface="Segoe UI"/>
              </a:rPr>
              <a:t>Hardlink Awareness: </a:t>
            </a:r>
            <a:r>
              <a:rPr sz="1250">
                <a:solidFill>
                  <a:srgbClr val="F8FAFC"/>
                </a:solidFill>
                <a:latin typeface="Segoe UI"/>
              </a:rPr>
              <a:t>Recognizes shared inodes so hardlinks are not falsely counted as reclaimable space.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8FAFC"/>
                </a:solidFill>
                <a:latin typeface="Segoe UI"/>
              </a:rPr>
              <a:t>Server &amp; Desktop Utility: </a:t>
            </a:r>
            <a:r>
              <a:rPr sz="1250">
                <a:solidFill>
                  <a:srgbClr val="F8FAFC"/>
                </a:solidFill>
                <a:latin typeface="Segoe UI"/>
              </a:rPr>
              <a:t>Works over SSH on headless Linux servers as well as desktop workstations.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4D399"/>
                </a:solidFill>
                <a:latin typeface="Segoe UI"/>
              </a:rPr>
              <a:t>Indigenous Self-Reliance: </a:t>
            </a:r>
            <a:r>
              <a:rPr sz="1250">
                <a:solidFill>
                  <a:srgbClr val="F8FAFC"/>
                </a:solidFill>
                <a:latin typeface="Segoe UI"/>
              </a:rPr>
              <a:t>Sovereign Linux storage intelligence framework tailored for Indian cloud and enterprise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