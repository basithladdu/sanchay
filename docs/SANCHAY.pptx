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8BDF8"/>
                </a:solidFill>
                <a:latin typeface="Segoe UI"/>
              </a:rPr>
              <a:t>C-DAC / MEITY AI ENABLED OS HACKATHON 2026  •  TRACK 1 (APPLICATION LEVEL)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F8FAFC"/>
                </a:solidFill>
                <a:latin typeface="Segoe UI"/>
              </a:rPr>
              <a:t>SANCHAY</a:t>
            </a:r>
          </a:p>
          <a:p>
            <a:r>
              <a:rPr sz="2200">
                <a:solidFill>
                  <a:srgbClr val="34D399"/>
                </a:solidFill>
                <a:latin typeface="Segoe UI"/>
              </a:rPr>
              <a:t>Regret-Aware Storage Optimization with Structural Zero-Deletion Guarantee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94A3B8"/>
                </a:solidFill>
                <a:latin typeface="Segoe UI"/>
              </a:rPr>
              <a:t>Safe automatic disk cleanup that ranks files by recoverability, not just raw byte count.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4A3B8"/>
                </a:solidFill>
                <a:latin typeface="Segoe UI"/>
              </a:rPr>
              <a:t>Team: Shaik Abdul Basith, Shaik Awaiz, Shaik Abdul Muqeeth  |  Repo: github.com/basithladdu/sanchay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Segoe UI"/>
              </a:rPr>
              <a:t>Every Disk Cleaner Today Asks the Wrong Question</a:t>
            </a:r>
          </a:p>
          <a:p>
            <a:r>
              <a:rPr sz="1300">
                <a:solidFill>
                  <a:srgbClr val="94A3B8"/>
                </a:solidFill>
                <a:latin typeface="Segoe UI"/>
              </a:rPr>
              <a:t>Sorting by size alone treats regenerable caches and irreplaceable work as identical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F87171"/>
                </a:solidFill>
                <a:latin typeface="Segoe UI"/>
              </a:rPr>
              <a:t>The 2 GB Dilemma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Scenario: </a:t>
            </a:r>
            <a:r>
              <a:rPr sz="1300">
                <a:solidFill>
                  <a:srgbClr val="F8FAFC"/>
                </a:solidFill>
                <a:latin typeface="Segoe UI"/>
              </a:rPr>
              <a:t>You have a 2 GB node_modules / build cache and a 2 GB folder holding your only copy of a capstone thesis.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7171"/>
                </a:solidFill>
                <a:latin typeface="Segoe UI"/>
              </a:rPr>
              <a:t>Traditional Tools: </a:t>
            </a:r>
            <a:r>
              <a:rPr sz="1300">
                <a:solidFill>
                  <a:srgbClr val="F8FAFC"/>
                </a:solidFill>
                <a:latin typeface="Segoe UI"/>
              </a:rPr>
              <a:t>Baobab, ncdu, QDirStat, rmlint rank both identically — '2 GB to delete'.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7171"/>
                </a:solidFill>
                <a:latin typeface="Segoe UI"/>
              </a:rPr>
              <a:t>The Asymmetry: </a:t>
            </a:r>
            <a:r>
              <a:rPr sz="1300">
                <a:solidFill>
                  <a:srgbClr val="F8FAFC"/>
                </a:solidFill>
                <a:latin typeface="Segoe UI"/>
              </a:rPr>
              <a:t>One rebuilds in 30 seconds with npm install / cargo build. The other is gone forever.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User Reluctance: </a:t>
            </a:r>
            <a:r>
              <a:rPr sz="1300">
                <a:solidFill>
                  <a:srgbClr val="F8FAFC"/>
                </a:solidFill>
                <a:latin typeface="Segoe UI"/>
              </a:rPr>
              <a:t>Users avoid automatic cleanup tools because they cannot trust what will be deleted.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SANCHAY's Shift: Regret Modeling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The Right Question: </a:t>
            </a:r>
            <a:r>
              <a:rPr sz="1300">
                <a:solidFill>
                  <a:srgbClr val="F8FAFC"/>
                </a:solidFill>
                <a:latin typeface="Segoe UI"/>
              </a:rPr>
              <a:t>'If the system is wrong about deleting this file, what is the cost to recover it?'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Reproducibility Basis: </a:t>
            </a:r>
            <a:r>
              <a:rPr sz="1300">
                <a:solidFill>
                  <a:srgbClr val="F8FAFC"/>
                </a:solidFill>
                <a:latin typeface="Segoe UI"/>
              </a:rPr>
              <a:t>Files are categorized by how they can be reconstructed.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Hard Guarantee: </a:t>
            </a:r>
            <a:r>
              <a:rPr sz="1300">
                <a:solidFill>
                  <a:srgbClr val="F8FAFC"/>
                </a:solidFill>
                <a:latin typeface="Segoe UI"/>
              </a:rPr>
              <a:t>Irreplaceable unique files are structurally locked and never presented as candidates.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Practical Impact: </a:t>
            </a:r>
            <a:r>
              <a:rPr sz="1300">
                <a:solidFill>
                  <a:srgbClr val="F8FAFC"/>
                </a:solidFill>
                <a:latin typeface="Segoe UI"/>
              </a:rPr>
              <a:t>Cleanup people can execute safely without inspecting thousands of log lines.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CORE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Segoe UI"/>
              </a:rPr>
              <a:t>Regret Objective Function &amp; Mathematical Safety Guarantee</a:t>
            </a:r>
          </a:p>
          <a:p>
            <a:r>
              <a:rPr sz="1300">
                <a:solidFill>
                  <a:srgbClr val="94A3B8"/>
                </a:solidFill>
                <a:latin typeface="Segoe UI"/>
              </a:rPr>
              <a:t>Priority = Size × Staleness × (1 - Regret)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4-Tier Recoverability Taxonomy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1. Disposable (Regret 0.02): </a:t>
            </a:r>
            <a:r>
              <a:rPr sz="1300">
                <a:solidFill>
                  <a:srgbClr val="F8FAFC"/>
                </a:solidFill>
                <a:latin typeface="Segoe UI"/>
              </a:rPr>
              <a:t>Build &amp; package caches (node_modules, target/, .venv, .gradle). Rebuilt on demand.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2. Duplicate (Regret 0.10): </a:t>
            </a:r>
            <a:r>
              <a:rPr sz="1300">
                <a:solidFill>
                  <a:srgbClr val="F8FAFC"/>
                </a:solidFill>
                <a:latin typeface="Segoe UI"/>
              </a:rPr>
              <a:t>Identical hash exists elsewhere on disk and survives the deletion.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BBF24"/>
                </a:solidFill>
                <a:latin typeface="Segoe UI"/>
              </a:rPr>
              <a:t>3. Tracked Git (Regret 0.20): </a:t>
            </a:r>
            <a:r>
              <a:rPr sz="1300">
                <a:solidFill>
                  <a:srgbClr val="F8FAFC"/>
                </a:solidFill>
                <a:latin typeface="Segoe UI"/>
              </a:rPr>
              <a:t>Committed inside git repository and restorable via checkout.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7171"/>
                </a:solidFill>
                <a:latin typeface="Segoe UI"/>
              </a:rPr>
              <a:t>4. Unique (Regret 1.00): </a:t>
            </a:r>
            <a:r>
              <a:rPr sz="1300">
                <a:solidFill>
                  <a:srgbClr val="F8FAFC"/>
                </a:solidFill>
                <a:latin typeface="Segoe UI"/>
              </a:rPr>
              <a:t>Uncached, untracked, single-copy files. PERMANENTLY EXCLUDED.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Instant Single-Scan Runway Forecasting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The Limitation: </a:t>
            </a:r>
            <a:r>
              <a:rPr sz="1300">
                <a:solidFill>
                  <a:srgbClr val="F8FAFC"/>
                </a:solidFill>
                <a:latin typeface="Segoe UI"/>
              </a:rPr>
              <a:t>Standard forecast daemons require weeks of periodic snapshots to compute growth.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SANCHAY's Insight: </a:t>
            </a:r>
            <a:r>
              <a:rPr sz="1300">
                <a:solidFill>
                  <a:srgbClr val="F8FAFC"/>
                </a:solidFill>
                <a:latin typeface="Segoe UI"/>
              </a:rPr>
              <a:t>Every filesystem inode already stores file modification times (mtime).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Zero Overhead: </a:t>
            </a:r>
            <a:r>
              <a:rPr sz="1300">
                <a:solidFill>
                  <a:srgbClr val="F8FAFC"/>
                </a:solidFill>
                <a:latin typeface="Segoe UI"/>
              </a:rPr>
              <a:t>The modification-time distribution across a single scan provides bytes-added-per-day immediately.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Runway Projection: </a:t>
            </a:r>
            <a:r>
              <a:rPr sz="1300">
                <a:solidFill>
                  <a:srgbClr val="F8FAFC"/>
                </a:solidFill>
                <a:latin typeface="Segoe UI"/>
              </a:rPr>
              <a:t>Compared against current filesystem free space, delivers an instant disk exhaustion date.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AI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Segoe UI"/>
              </a:rPr>
              <a:t>Safety by Construction: Model Outside the Decision Loop</a:t>
            </a:r>
          </a:p>
          <a:p>
            <a:r>
              <a:rPr sz="1300">
                <a:solidFill>
                  <a:srgbClr val="94A3B8"/>
                </a:solidFill>
                <a:latin typeface="Segoe UI"/>
              </a:rPr>
              <a:t>Eliminating AI hallucination risk through structural isolation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F87171"/>
                </a:solidFill>
                <a:latin typeface="Segoe UI"/>
              </a:rPr>
              <a:t>Traditional 'Prompt-Only' AI (Dangerous)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7171"/>
                </a:solidFill>
                <a:latin typeface="Segoe UI"/>
              </a:rPr>
              <a:t>Approach: </a:t>
            </a:r>
            <a:r>
              <a:rPr sz="1300">
                <a:solidFill>
                  <a:srgbClr val="F8FAFC"/>
                </a:solidFill>
                <a:latin typeface="Segoe UI"/>
              </a:rPr>
              <a:t>Prompt an LLM with disk contents and tell it 'please be careful not to delete important files'.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7171"/>
                </a:solidFill>
                <a:latin typeface="Segoe UI"/>
              </a:rPr>
              <a:t>Risk: </a:t>
            </a:r>
            <a:r>
              <a:rPr sz="1300">
                <a:solidFill>
                  <a:srgbClr val="F8FAFC"/>
                </a:solidFill>
                <a:latin typeface="Segoe UI"/>
              </a:rPr>
              <a:t>LLM hallucinations or parsing failures can misclassify user documents as temporary files.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7171"/>
                </a:solidFill>
                <a:latin typeface="Segoe UI"/>
              </a:rPr>
              <a:t>Catastrophic Failure: </a:t>
            </a:r>
            <a:r>
              <a:rPr sz="1300">
                <a:solidFill>
                  <a:srgbClr val="F8FAFC"/>
                </a:solidFill>
                <a:latin typeface="Segoe UI"/>
              </a:rPr>
              <a:t>One incorrect decision leads to permanent, irreversible data loss.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SANCHAY's Isolated Architecture (Safe)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Pre-Classification: </a:t>
            </a:r>
            <a:r>
              <a:rPr sz="1300">
                <a:solidFill>
                  <a:srgbClr val="F8FAFC"/>
                </a:solidFill>
                <a:latin typeface="Segoe UI"/>
              </a:rPr>
              <a:t>Deterministic algorithm filters out unique files before any ranking.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Restricted Context: </a:t>
            </a:r>
            <a:r>
              <a:rPr sz="1300">
                <a:solidFill>
                  <a:srgbClr val="F8FAFC"/>
                </a:solidFill>
                <a:latin typeface="Segoe UI"/>
              </a:rPr>
              <a:t>The LLM receives only files already verified as 100% regenerable.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Zero Mutation Power: </a:t>
            </a:r>
            <a:r>
              <a:rPr sz="1300">
                <a:solidFill>
                  <a:srgbClr val="F8FAFC"/>
                </a:solidFill>
                <a:latin typeface="Segoe UI"/>
              </a:rPr>
              <a:t>The LLM cannot add files, delete files, or alter the candidate priority list.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Worst Case: </a:t>
            </a:r>
            <a:r>
              <a:rPr sz="1300">
                <a:solidFill>
                  <a:srgbClr val="F8FAFC"/>
                </a:solidFill>
                <a:latin typeface="Segoe UI"/>
              </a:rPr>
              <a:t>An awkward descriptive sentence — NEVER a lost 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Segoe UI"/>
              </a:rPr>
              <a:t>Metadata Traversal -&gt; Tiered Content Hasher -&gt; Regret Ranker -&gt; Forecaster</a:t>
            </a:r>
          </a:p>
        </p:txBody>
      </p:sp>
      <p:pic>
        <p:nvPicPr>
          <p:cNvPr id="5" name="Picture 4" descr="s_arch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53599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INTERACTIVE TERMINAL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Segoe UI"/>
              </a:rPr>
              <a:t>Responsive Textual Interface with Live Category Filtering</a:t>
            </a:r>
          </a:p>
        </p:txBody>
      </p:sp>
      <p:pic>
        <p:nvPicPr>
          <p:cNvPr id="5" name="Picture 4" descr="s_tui_sl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418320" cy="58912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OPEN SOURCE TECH STACK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Segoe UI"/>
              </a:rPr>
              <a:t>Zero-Dependency Core, Fast Blake2b Hashing, DPDP Act 2023 Compliant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Tech Stack &amp; Optimization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Zero Dependency Core: </a:t>
            </a:r>
            <a:r>
              <a:rPr sz="1300">
                <a:solidFill>
                  <a:srgbClr val="F8FAFC"/>
                </a:solidFill>
                <a:latin typeface="Segoe UI"/>
              </a:rPr>
              <a:t>Standard library os, hashlib, time. Core installs and runs anywhere.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Tiered Hashing: </a:t>
            </a:r>
            <a:r>
              <a:rPr sz="1300">
                <a:solidFill>
                  <a:srgbClr val="F8FAFC"/>
                </a:solidFill>
                <a:latin typeface="Segoe UI"/>
              </a:rPr>
              <a:t>Size collision check -&gt; 64 KB header hash -&gt; Full Blake2b only when needed.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Terminal TUI: </a:t>
            </a:r>
            <a:r>
              <a:rPr sz="1300">
                <a:solidFill>
                  <a:srgbClr val="F8FAFC"/>
                </a:solidFill>
                <a:latin typeface="Segoe UI"/>
              </a:rPr>
              <a:t>Textual (MIT) — interactive category keys [d]isposable, [u]duplicates, [t]racked.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94A3B8"/>
                </a:solidFill>
                <a:latin typeface="Segoe UI"/>
              </a:rPr>
              <a:t>Treemap Viz: </a:t>
            </a:r>
            <a:r>
              <a:rPr sz="1300">
                <a:solidFill>
                  <a:srgbClr val="F8FAFC"/>
                </a:solidFill>
                <a:latin typeface="Segoe UI"/>
              </a:rPr>
              <a:t>Plotly (MIT) and Pandas (BSD-3) recoverability treemap.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61E2E"/>
          </a:solidFill>
          <a:ln w="12700">
            <a:solidFill>
              <a:srgbClr val="2D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34D399"/>
                </a:solidFill>
                <a:latin typeface="Segoe UI"/>
              </a:rPr>
              <a:t>Privacy &amp; Data Protection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DPDP Act 2023: </a:t>
            </a:r>
            <a:r>
              <a:rPr sz="1300">
                <a:solidFill>
                  <a:srgbClr val="F8FAFC"/>
                </a:solidFill>
                <a:latin typeface="Segoe UI"/>
              </a:rPr>
              <a:t>Zero file contents transmitted or retained. Only metadata is processed locally.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Git Tracked Precision: </a:t>
            </a:r>
            <a:r>
              <a:rPr sz="1300">
                <a:solidFill>
                  <a:srgbClr val="F8FAFC"/>
                </a:solidFill>
                <a:latin typeface="Segoe UI"/>
              </a:rPr>
              <a:t>Queries git index directly to ensure untracked workspace files remain protected.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Hardlink Awareness: </a:t>
            </a:r>
            <a:r>
              <a:rPr sz="1300">
                <a:solidFill>
                  <a:srgbClr val="F8FAFC"/>
                </a:solidFill>
                <a:latin typeface="Segoe UI"/>
              </a:rPr>
              <a:t>Hardlinks sharing identical inodes are not double-counted as duplicates.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Segoe UI"/>
              </a:rPr>
              <a:t>Indigenous Utility: </a:t>
            </a:r>
            <a:r>
              <a:rPr sz="1300">
                <a:solidFill>
                  <a:srgbClr val="F8FAFC"/>
                </a:solidFill>
                <a:latin typeface="Segoe UI"/>
              </a:rPr>
              <a:t>Lightweight, sovereign Linux storage optimizer for Indian enterprise &amp; desktops.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