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600" b="1" i="0">
                <a:solidFill>
                  <a:srgbClr val="0F172A"/>
                </a:solidFill>
                <a:latin typeface="Segoe UI"/>
              </a:rPr>
              <a:t>SANCHAY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918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 i="0">
                <a:solidFill>
                  <a:srgbClr val="64748B"/>
                </a:solidFill>
                <a:latin typeface="Segoe UI"/>
              </a:rPr>
              <a:t>Disk cleanup that knows what it cannot undo.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64748B"/>
                </a:solidFill>
                <a:latin typeface="Segoe UI"/>
              </a:rPr>
              <a:t>C-DAC / MeitY AI Enabled OS Hackathon 2026  ·  Track: AI at Application Level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64748B"/>
                </a:solidFill>
                <a:latin typeface="Segoe UI"/>
              </a:rPr>
              <a:t>AI-Powered Intelligent Storage Optimizer for Linux OS  ·  Shaik Abdul Basith, Shaik Awaiz, Shaik Abdul Muqeeth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DC2626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 i="0">
                <a:solidFill>
                  <a:srgbClr val="0F172A"/>
                </a:solidFill>
                <a:latin typeface="Segoe UI"/>
              </a:rPr>
              <a:t>Every cleanup tool asks the wrong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Say you have a 2 GB build cache and a 2 GB folder holding the only copy of your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final year project.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Both are 2 GB. On a treemap they are the same shade of big. Every existing tool —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rmlint, fdupes, jdupes, Czkawka, Baobab, QDirStat, ncdu — ranks them identically,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because by their measure the two really are identical.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But one comes back with npm install. The other is gone forever.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DC2626"/>
                </a:solidFill>
                <a:latin typeface="Segoe UI"/>
              </a:rPr>
              <a:t>OUR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 i="0">
                <a:solidFill>
                  <a:srgbClr val="0F172A"/>
                </a:solidFill>
                <a:latin typeface="Segoe UI"/>
              </a:rPr>
              <a:t>Rank by what it costs to be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DC2626"/>
                </a:solidFill>
                <a:latin typeface="Segoe UI"/>
              </a:rPr>
              <a:t>priority  =  size  x  how long untouched  x  how safe it is to 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0F172A"/>
                </a:solidFill>
                <a:latin typeface="Segoe UI"/>
              </a:rPr>
              <a:t>disposable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28346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64748B"/>
                </a:solidFill>
                <a:latin typeface="Segoe UI"/>
              </a:rPr>
              <a:t>a build tool regenerates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2834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Segoe UI"/>
              </a:rPr>
              <a:t>0.02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5643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0F172A"/>
                </a:solidFill>
                <a:latin typeface="Segoe UI"/>
              </a:rPr>
              <a:t>duplicate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345643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64748B"/>
                </a:solidFill>
                <a:latin typeface="Segoe UI"/>
              </a:rPr>
              <a:t>an identical copy survives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345643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Segoe UI"/>
              </a:rPr>
              <a:t>0.10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78224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0F172A"/>
                </a:solidFill>
                <a:latin typeface="Segoe UI"/>
              </a:rPr>
              <a:t>tracked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4078224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64748B"/>
                </a:solidFill>
                <a:latin typeface="Segoe UI"/>
              </a:rPr>
              <a:t>git actually tracks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4078224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Segoe UI"/>
              </a:rPr>
              <a:t>0.20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700016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DC2626"/>
                </a:solidFill>
                <a:latin typeface="Segoe UI"/>
              </a:rPr>
              <a:t>unique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4700016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64748B"/>
                </a:solidFill>
                <a:latin typeface="Segoe UI"/>
              </a:rPr>
              <a:t>nothing gets it 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4700016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DC2626"/>
                </a:solidFill>
                <a:latin typeface="Segoe UI"/>
              </a:rPr>
              <a:t>excluded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DC2626"/>
                </a:solidFill>
                <a:latin typeface="Segoe UI"/>
              </a:rPr>
              <a:t>A unique file is never recommended. Not at 40 GB. Not after three years untouched.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DC2626"/>
                </a:solidFill>
                <a:latin typeface="Segoe UI"/>
              </a:rPr>
              <a:t>SAFETY BY CONSTRUCTION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 i="0">
                <a:solidFill>
                  <a:srgbClr val="0F172A"/>
                </a:solidFill>
                <a:latin typeface="Segoe UI"/>
              </a:rPr>
              <a:t>The model is outside the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Most AI system tools try to make the model behave safely by prompting it carefully.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We gave it no way to cause the harm instead.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The ranking finishes before the model is called. The model receives only files already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judged recoverable. It cannot add a file, remove one, or change the order.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If it produced a completely wrong answer, the worst outcome is an awkward sentence —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never a lost file.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DC2626"/>
                </a:solidFill>
                <a:latin typeface="Segoe UI"/>
              </a:rPr>
              <a:t>FORECASTING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 i="0">
                <a:solidFill>
                  <a:srgbClr val="0F172A"/>
                </a:solidFill>
                <a:latin typeface="Segoe UI"/>
              </a:rPr>
              <a:t>You do not need weeks of snapshots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Predicting when a disk fills normally means running an agent for weeks first.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It does not have to. Every file already records the day it was written, so the spread of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modification times across a single scan is the history — bytes added per day, free.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Against current free space, that gives a date on the first run.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DC2626"/>
                </a:solidFill>
                <a:latin typeface="Segoe UI"/>
              </a:rPr>
              <a:t>growth:  91.2 MB/day,  full in 137 days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DC2626"/>
                </a:solidFill>
                <a:latin typeface="Segoe UI"/>
              </a:rPr>
              <a:t>THE TOOL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 i="0">
                <a:solidFill>
                  <a:srgbClr val="0F172A"/>
                </a:solidFill>
                <a:latin typeface="Segoe UI"/>
              </a:rPr>
              <a:t/>
            </a:r>
          </a:p>
        </p:txBody>
      </p:sp>
      <p:pic>
        <p:nvPicPr>
          <p:cNvPr id="4" name="Picture 3" descr="tui_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691640"/>
            <a:ext cx="9235440" cy="60816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DC2626"/>
                </a:solidFill>
                <a:latin typeface="Segoe U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 i="0">
                <a:solidFill>
                  <a:srgbClr val="0F172A"/>
                </a:solidFill>
                <a:latin typeface="Segoe UI"/>
              </a:rPr>
              <a:t/>
            </a:r>
          </a:p>
        </p:txBody>
      </p:sp>
      <p:pic>
        <p:nvPicPr>
          <p:cNvPr id="4" name="Picture 3" descr="arch_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10881360" cy="545156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DC2626"/>
                </a:solidFill>
                <a:latin typeface="Segoe UI"/>
              </a:rPr>
              <a:t>HONESTY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 i="0">
                <a:solidFill>
                  <a:srgbClr val="0F172A"/>
                </a:solidFill>
                <a:latin typeface="Segoe UI"/>
              </a:rPr>
              <a:t>What we wrote and what we borrowed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>Ours:  the scanner, the duplicate finder, the regret model, the forecaster.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>Borrowed:  Textual (MIT) for the interface · plotly and pandas for the treemap ·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>anthropic (MIT) to write the summary. The core installs with zero dependencies.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>One bug worth admitting: our first version treated any file inside a git repository as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>recoverable. That is wrong — git cannot restore a file it never tracked. We now ask git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>what it actually tracks. On our test tree that moved 34 files out of "safe to delete"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>and into the protected set.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