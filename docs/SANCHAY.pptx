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 i="0">
                <a:solidFill>
                  <a:srgbClr val="0F172A"/>
                </a:solidFill>
                <a:latin typeface="Segoe UI"/>
              </a:rPr>
              <a:t>SANCHAY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i="0">
                <a:solidFill>
                  <a:srgbClr val="64748B"/>
                </a:solidFill>
                <a:latin typeface="Segoe UI"/>
              </a:rPr>
              <a:t>Disk cleanup that knows what it cannot undo.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C-DAC / MeitY AI Enabled OS Hackathon 2026  •  Track: AI at Application Level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AI-Powered Intelligent Storage Optimizer for Linux OS  •  Shaik Abdul Basith, Shaik Awaiz, Shaik Abdul Muqeeth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Every cleanup tool asks the wrong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Say you have a 2 GB build cache and a 2 GB folder holding the only copy of your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capstone project.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Both are 2 GB. On a traditional treemap they look identical. Every existing tool —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rmlint, fdupes, jdupes, Czkawka, Baobab, QDirStat, ncdu — ranks them the same.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One comes back with npm install / cargo build. The other is gone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Rank by what it costs to be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DC2626"/>
                </a:solidFill>
                <a:latin typeface="Segoe UI"/>
              </a:rPr>
              <a:t>priority  =  size  ×  how long untouched  ×  how safe it is to 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disposable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834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a build tool regenerates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duplicate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456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an identical copy survives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4564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7822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tracked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07822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git actually tracks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07822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00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unique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47000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nothing gets it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70001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DC2626"/>
                </a:solidFill>
                <a:latin typeface="Segoe UI"/>
              </a:rPr>
              <a:t>excluded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DC2626"/>
                </a:solidFill>
                <a:latin typeface="Segoe UI"/>
              </a:rPr>
              <a:t>A unique file is never recommended. Not at 40 GB. Not after three years untouched.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SAFETY BY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The model is outside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Most AI system tools try to make the model behave safely through careful prompting.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We gave the model no structural way to cause harm instead.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Ranking completes before the LLM is called. The model receives only files already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judged recoverable. It cannot add a file, delete a file, or modify priority.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If the LLM hallucinates, the worst outcome is an awkward description — never data loss.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You do not need weeks of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Predicting disk exhaustion usually requires running a daemon for weeks.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does not have to. Every filesystem already stores file modification timestamps,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so the mtime distribution across a single scan gives bytes-added-per-day directly.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Compared against free space, that yields an immediate runway forecast on run #1.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growth:  33.9 KB/day  |  immediate exhaustion date projection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tui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9235440" cy="57770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arch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54515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TECHNICAL STACK &amp; TRANSPARENCY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What we wrote and what we borrowed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Built by us: fast metadata scanner, tiered content hasher, regret classifier, and forecaster.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Libraries: Textual (MIT) for TUI • Plotly &amp; Pandas for interactive treemap •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Anthropic API (MIT) for natural-language narration. Core runs with zero 3rd-party deps.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Real refinement: initial version treated all files in a git repo as safe. Git cannot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restore untracked files, so we now query git index status directly to strictly protect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untracked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